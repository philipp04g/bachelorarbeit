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776" y="-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742A3-C7A2-4ADA-B873-2C210FA49C2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4B3F-E461-4009-98A6-65DEC90FA6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6651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742A3-C7A2-4ADA-B873-2C210FA49C2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4B3F-E461-4009-98A6-65DEC90FA6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4791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742A3-C7A2-4ADA-B873-2C210FA49C2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4B3F-E461-4009-98A6-65DEC90FA6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0857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742A3-C7A2-4ADA-B873-2C210FA49C2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4B3F-E461-4009-98A6-65DEC90FA6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2508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742A3-C7A2-4ADA-B873-2C210FA49C2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4B3F-E461-4009-98A6-65DEC90FA6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7595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742A3-C7A2-4ADA-B873-2C210FA49C2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4B3F-E461-4009-98A6-65DEC90FA6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78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742A3-C7A2-4ADA-B873-2C210FA49C2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4B3F-E461-4009-98A6-65DEC90FA6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0777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742A3-C7A2-4ADA-B873-2C210FA49C2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4B3F-E461-4009-98A6-65DEC90FA6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8645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742A3-C7A2-4ADA-B873-2C210FA49C2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4B3F-E461-4009-98A6-65DEC90FA6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623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742A3-C7A2-4ADA-B873-2C210FA49C2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4B3F-E461-4009-98A6-65DEC90FA6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585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742A3-C7A2-4ADA-B873-2C210FA49C2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4B3F-E461-4009-98A6-65DEC90FA6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6383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742A3-C7A2-4ADA-B873-2C210FA49C26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814B3F-E461-4009-98A6-65DEC90FA6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8281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ussdiagramm: Grenzstelle 4">
            <a:extLst>
              <a:ext uri="{FF2B5EF4-FFF2-40B4-BE49-F238E27FC236}">
                <a16:creationId xmlns:a16="http://schemas.microsoft.com/office/drawing/2014/main" id="{E8B93D0F-420E-CC52-DDAD-BB68C064348D}"/>
              </a:ext>
            </a:extLst>
          </p:cNvPr>
          <p:cNvSpPr/>
          <p:nvPr/>
        </p:nvSpPr>
        <p:spPr>
          <a:xfrm>
            <a:off x="631713" y="160204"/>
            <a:ext cx="1800000" cy="9000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Start: Neues Bild laden</a:t>
            </a:r>
          </a:p>
        </p:txBody>
      </p:sp>
      <p:sp>
        <p:nvSpPr>
          <p:cNvPr id="6" name="Flussdiagramm: Daten 5">
            <a:extLst>
              <a:ext uri="{FF2B5EF4-FFF2-40B4-BE49-F238E27FC236}">
                <a16:creationId xmlns:a16="http://schemas.microsoft.com/office/drawing/2014/main" id="{15AAA697-4458-3CB3-F42E-38B9DC7F45DA}"/>
              </a:ext>
            </a:extLst>
          </p:cNvPr>
          <p:cNvSpPr/>
          <p:nvPr/>
        </p:nvSpPr>
        <p:spPr>
          <a:xfrm>
            <a:off x="631713" y="1504106"/>
            <a:ext cx="1800000" cy="900000"/>
          </a:xfrm>
          <a:prstGeom prst="flowChartInputOutpu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Lade RGB-Bild, Tiefenkarte &amp; DVSO-Trajektorie</a:t>
            </a:r>
          </a:p>
        </p:txBody>
      </p:sp>
      <p:sp>
        <p:nvSpPr>
          <p:cNvPr id="7" name="Flussdiagramm: Prozess 6">
            <a:extLst>
              <a:ext uri="{FF2B5EF4-FFF2-40B4-BE49-F238E27FC236}">
                <a16:creationId xmlns:a16="http://schemas.microsoft.com/office/drawing/2014/main" id="{9B63C562-6EE2-E4D7-77D0-C50D5B75B1E5}"/>
              </a:ext>
            </a:extLst>
          </p:cNvPr>
          <p:cNvSpPr/>
          <p:nvPr/>
        </p:nvSpPr>
        <p:spPr>
          <a:xfrm>
            <a:off x="631713" y="2814417"/>
            <a:ext cx="1800000" cy="900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Bildvorverarbeitung (Rotation 90°)</a:t>
            </a:r>
          </a:p>
        </p:txBody>
      </p:sp>
      <p:sp>
        <p:nvSpPr>
          <p:cNvPr id="8" name="Flussdiagramm: Prozess 7">
            <a:extLst>
              <a:ext uri="{FF2B5EF4-FFF2-40B4-BE49-F238E27FC236}">
                <a16:creationId xmlns:a16="http://schemas.microsoft.com/office/drawing/2014/main" id="{281BCCDE-1449-B457-522C-DDFCF4982756}"/>
              </a:ext>
            </a:extLst>
          </p:cNvPr>
          <p:cNvSpPr/>
          <p:nvPr/>
        </p:nvSpPr>
        <p:spPr>
          <a:xfrm>
            <a:off x="631713" y="4124729"/>
            <a:ext cx="1800000" cy="900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YOLOv8 Inferenz (Objekterkennung)</a:t>
            </a:r>
          </a:p>
        </p:txBody>
      </p:sp>
      <p:sp>
        <p:nvSpPr>
          <p:cNvPr id="9" name="Flussdiagramm: Verzweigung 8">
            <a:extLst>
              <a:ext uri="{FF2B5EF4-FFF2-40B4-BE49-F238E27FC236}">
                <a16:creationId xmlns:a16="http://schemas.microsoft.com/office/drawing/2014/main" id="{642666D8-2B8E-6FD7-F72C-45C15E8ED184}"/>
              </a:ext>
            </a:extLst>
          </p:cNvPr>
          <p:cNvSpPr/>
          <p:nvPr/>
        </p:nvSpPr>
        <p:spPr>
          <a:xfrm>
            <a:off x="631713" y="5435040"/>
            <a:ext cx="1800000" cy="900000"/>
          </a:xfrm>
          <a:prstGeom prst="flowChartDecisi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Objekte erkannt?</a:t>
            </a:r>
          </a:p>
        </p:txBody>
      </p:sp>
      <p:sp>
        <p:nvSpPr>
          <p:cNvPr id="10" name="Flussdiagramm: Prozess 9">
            <a:extLst>
              <a:ext uri="{FF2B5EF4-FFF2-40B4-BE49-F238E27FC236}">
                <a16:creationId xmlns:a16="http://schemas.microsoft.com/office/drawing/2014/main" id="{E711857E-C06C-54E7-524D-1A7A35050EB1}"/>
              </a:ext>
            </a:extLst>
          </p:cNvPr>
          <p:cNvSpPr/>
          <p:nvPr/>
        </p:nvSpPr>
        <p:spPr>
          <a:xfrm>
            <a:off x="631713" y="6745352"/>
            <a:ext cx="1800000" cy="900000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Segment-Filterung (Unterste Stammteile isolieren)</a:t>
            </a:r>
          </a:p>
        </p:txBody>
      </p:sp>
      <p:sp>
        <p:nvSpPr>
          <p:cNvPr id="11" name="Flussdiagramm: Verzweigung 10">
            <a:extLst>
              <a:ext uri="{FF2B5EF4-FFF2-40B4-BE49-F238E27FC236}">
                <a16:creationId xmlns:a16="http://schemas.microsoft.com/office/drawing/2014/main" id="{A546B6BE-B5AF-DE7F-6792-6A95A26C1E96}"/>
              </a:ext>
            </a:extLst>
          </p:cNvPr>
          <p:cNvSpPr/>
          <p:nvPr/>
        </p:nvSpPr>
        <p:spPr>
          <a:xfrm>
            <a:off x="631713" y="8055664"/>
            <a:ext cx="1800000" cy="900000"/>
          </a:xfrm>
          <a:prstGeom prst="flowChartDecisi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Ist Klasse == "Baum"</a:t>
            </a:r>
          </a:p>
        </p:txBody>
      </p:sp>
      <p:sp>
        <p:nvSpPr>
          <p:cNvPr id="12" name="Flussdiagramm: Prozess 11">
            <a:extLst>
              <a:ext uri="{FF2B5EF4-FFF2-40B4-BE49-F238E27FC236}">
                <a16:creationId xmlns:a16="http://schemas.microsoft.com/office/drawing/2014/main" id="{8564DE1B-D519-DC6B-62EF-CB41B5FBBABD}"/>
              </a:ext>
            </a:extLst>
          </p:cNvPr>
          <p:cNvSpPr/>
          <p:nvPr/>
        </p:nvSpPr>
        <p:spPr>
          <a:xfrm>
            <a:off x="3262325" y="1504106"/>
            <a:ext cx="1800000" cy="900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Fußpunkt-Extraktion &amp; Rückrotation</a:t>
            </a:r>
          </a:p>
        </p:txBody>
      </p:sp>
      <p:sp>
        <p:nvSpPr>
          <p:cNvPr id="13" name="Flussdiagramm: Prozess 12">
            <a:extLst>
              <a:ext uri="{FF2B5EF4-FFF2-40B4-BE49-F238E27FC236}">
                <a16:creationId xmlns:a16="http://schemas.microsoft.com/office/drawing/2014/main" id="{806DD66E-8F74-A07B-F0AC-062023DD14E3}"/>
              </a:ext>
            </a:extLst>
          </p:cNvPr>
          <p:cNvSpPr/>
          <p:nvPr/>
        </p:nvSpPr>
        <p:spPr>
          <a:xfrm>
            <a:off x="3262325" y="2814418"/>
            <a:ext cx="1800000" cy="900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Tiefenwert (Z) aus DVSO-Karte extrahieren (3x3 Median)</a:t>
            </a:r>
          </a:p>
        </p:txBody>
      </p:sp>
      <p:sp>
        <p:nvSpPr>
          <p:cNvPr id="14" name="Flussdiagramm: Verzweigung 13">
            <a:extLst>
              <a:ext uri="{FF2B5EF4-FFF2-40B4-BE49-F238E27FC236}">
                <a16:creationId xmlns:a16="http://schemas.microsoft.com/office/drawing/2014/main" id="{5B197ECB-8CE7-9002-BE04-A82EE6FA0529}"/>
              </a:ext>
            </a:extLst>
          </p:cNvPr>
          <p:cNvSpPr/>
          <p:nvPr/>
        </p:nvSpPr>
        <p:spPr>
          <a:xfrm>
            <a:off x="3262325" y="4124730"/>
            <a:ext cx="1800000" cy="900000"/>
          </a:xfrm>
          <a:prstGeom prst="flowChartDecisi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Tiefe valide? (0.1m &lt; Z &lt; 20m)</a:t>
            </a:r>
          </a:p>
        </p:txBody>
      </p:sp>
      <p:sp>
        <p:nvSpPr>
          <p:cNvPr id="15" name="Flussdiagramm: Prozess 14">
            <a:extLst>
              <a:ext uri="{FF2B5EF4-FFF2-40B4-BE49-F238E27FC236}">
                <a16:creationId xmlns:a16="http://schemas.microsoft.com/office/drawing/2014/main" id="{9A9C3F53-272C-7F3C-49DF-B1E8009EC320}"/>
              </a:ext>
            </a:extLst>
          </p:cNvPr>
          <p:cNvSpPr/>
          <p:nvPr/>
        </p:nvSpPr>
        <p:spPr>
          <a:xfrm>
            <a:off x="3262325" y="5435042"/>
            <a:ext cx="1800000" cy="900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Transformation in lokales Welt-KOS</a:t>
            </a:r>
          </a:p>
        </p:txBody>
      </p:sp>
      <p:sp>
        <p:nvSpPr>
          <p:cNvPr id="16" name="Flussdiagramm: Prozess 15">
            <a:extLst>
              <a:ext uri="{FF2B5EF4-FFF2-40B4-BE49-F238E27FC236}">
                <a16:creationId xmlns:a16="http://schemas.microsoft.com/office/drawing/2014/main" id="{55244560-B225-CBE9-2EC3-B892617654C6}"/>
              </a:ext>
            </a:extLst>
          </p:cNvPr>
          <p:cNvSpPr/>
          <p:nvPr/>
        </p:nvSpPr>
        <p:spPr>
          <a:xfrm>
            <a:off x="3262325" y="6745354"/>
            <a:ext cx="1800000" cy="9000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Georeferenzierung (Transformation in globale Koordinaten)</a:t>
            </a:r>
          </a:p>
        </p:txBody>
      </p:sp>
      <p:sp>
        <p:nvSpPr>
          <p:cNvPr id="17" name="Flussdiagramm: Daten 16">
            <a:extLst>
              <a:ext uri="{FF2B5EF4-FFF2-40B4-BE49-F238E27FC236}">
                <a16:creationId xmlns:a16="http://schemas.microsoft.com/office/drawing/2014/main" id="{43FA9ABD-22DC-A9A2-9979-D938B2B9C81B}"/>
              </a:ext>
            </a:extLst>
          </p:cNvPr>
          <p:cNvSpPr/>
          <p:nvPr/>
        </p:nvSpPr>
        <p:spPr>
          <a:xfrm>
            <a:off x="3262325" y="8055664"/>
            <a:ext cx="1800000" cy="900000"/>
          </a:xfrm>
          <a:prstGeom prst="flowChartInputOutpu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Speichern in CSV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C3547B94-23B9-E4EE-73CC-7C9B3D705633}"/>
              </a:ext>
            </a:extLst>
          </p:cNvPr>
          <p:cNvCxnSpPr>
            <a:cxnSpLocks/>
            <a:stCxn id="5" idx="2"/>
            <a:endCxn id="6" idx="1"/>
          </p:cNvCxnSpPr>
          <p:nvPr/>
        </p:nvCxnSpPr>
        <p:spPr>
          <a:xfrm>
            <a:off x="1531713" y="1060204"/>
            <a:ext cx="0" cy="443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47FD98A4-04BC-79C1-D283-AA2023912408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1531713" y="2404106"/>
            <a:ext cx="0" cy="410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57624E04-731D-C67B-A737-E0CB4916E81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531713" y="3714417"/>
            <a:ext cx="0" cy="410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FCEEBF5D-8D16-2C16-5A99-41D99DA7071F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1531713" y="5024729"/>
            <a:ext cx="0" cy="410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C607B337-6919-2200-3812-F38E767B03BE}"/>
              </a:ext>
            </a:extLst>
          </p:cNvPr>
          <p:cNvSpPr txBox="1"/>
          <p:nvPr/>
        </p:nvSpPr>
        <p:spPr>
          <a:xfrm>
            <a:off x="1260362" y="6293974"/>
            <a:ext cx="2840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ja</a:t>
            </a:r>
          </a:p>
        </p:txBody>
      </p: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AD2B7C71-7653-2710-2685-74208E03EFE3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1531713" y="6335040"/>
            <a:ext cx="0" cy="410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erbinder: gewinkelt 75">
            <a:extLst>
              <a:ext uri="{FF2B5EF4-FFF2-40B4-BE49-F238E27FC236}">
                <a16:creationId xmlns:a16="http://schemas.microsoft.com/office/drawing/2014/main" id="{C84D2E4E-7EEF-F4C0-F2D6-E3EC982BB0AF}"/>
              </a:ext>
            </a:extLst>
          </p:cNvPr>
          <p:cNvCxnSpPr>
            <a:cxnSpLocks/>
            <a:stCxn id="9" idx="1"/>
            <a:endCxn id="5" idx="1"/>
          </p:cNvCxnSpPr>
          <p:nvPr/>
        </p:nvCxnSpPr>
        <p:spPr>
          <a:xfrm rot="10800000">
            <a:off x="631713" y="610204"/>
            <a:ext cx="12700" cy="527483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feld 78">
            <a:extLst>
              <a:ext uri="{FF2B5EF4-FFF2-40B4-BE49-F238E27FC236}">
                <a16:creationId xmlns:a16="http://schemas.microsoft.com/office/drawing/2014/main" id="{68685774-A167-D93F-CE53-20E6A39A8C19}"/>
              </a:ext>
            </a:extLst>
          </p:cNvPr>
          <p:cNvSpPr txBox="1"/>
          <p:nvPr/>
        </p:nvSpPr>
        <p:spPr>
          <a:xfrm>
            <a:off x="362670" y="5638819"/>
            <a:ext cx="4235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nein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63C9AF9C-AED3-FF46-4A48-B5A97463F387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1531713" y="7645352"/>
            <a:ext cx="0" cy="410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Verbinder: gewinkelt 95">
            <a:extLst>
              <a:ext uri="{FF2B5EF4-FFF2-40B4-BE49-F238E27FC236}">
                <a16:creationId xmlns:a16="http://schemas.microsoft.com/office/drawing/2014/main" id="{371E12A1-7A9D-3E11-8216-33A6A6BFC0E3}"/>
              </a:ext>
            </a:extLst>
          </p:cNvPr>
          <p:cNvCxnSpPr>
            <a:cxnSpLocks/>
            <a:stCxn id="11" idx="1"/>
            <a:endCxn id="5" idx="1"/>
          </p:cNvCxnSpPr>
          <p:nvPr/>
        </p:nvCxnSpPr>
        <p:spPr>
          <a:xfrm rot="10800000">
            <a:off x="631713" y="610204"/>
            <a:ext cx="12700" cy="789546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feld 102">
            <a:extLst>
              <a:ext uri="{FF2B5EF4-FFF2-40B4-BE49-F238E27FC236}">
                <a16:creationId xmlns:a16="http://schemas.microsoft.com/office/drawing/2014/main" id="{6E7F20C6-210C-4D37-3B69-7679C74A99C3}"/>
              </a:ext>
            </a:extLst>
          </p:cNvPr>
          <p:cNvSpPr txBox="1"/>
          <p:nvPr/>
        </p:nvSpPr>
        <p:spPr>
          <a:xfrm>
            <a:off x="362670" y="8259443"/>
            <a:ext cx="4235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nein</a:t>
            </a:r>
          </a:p>
        </p:txBody>
      </p:sp>
      <p:cxnSp>
        <p:nvCxnSpPr>
          <p:cNvPr id="105" name="Verbinder: gewinkelt 104">
            <a:extLst>
              <a:ext uri="{FF2B5EF4-FFF2-40B4-BE49-F238E27FC236}">
                <a16:creationId xmlns:a16="http://schemas.microsoft.com/office/drawing/2014/main" id="{A44D301D-E69E-FD9D-0559-41200B60F8FF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2431713" y="1954106"/>
            <a:ext cx="830612" cy="65515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Gerade Verbindung mit Pfeil 109">
            <a:extLst>
              <a:ext uri="{FF2B5EF4-FFF2-40B4-BE49-F238E27FC236}">
                <a16:creationId xmlns:a16="http://schemas.microsoft.com/office/drawing/2014/main" id="{AFD04324-0D10-5E67-0CFF-34A6BB0A623E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4162325" y="2404106"/>
            <a:ext cx="0" cy="410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0211ED75-651A-919D-E883-35F5A1A9779D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4162325" y="3714418"/>
            <a:ext cx="0" cy="410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4B555731-8412-63A5-42C9-E68E1D274E5E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4162325" y="5024730"/>
            <a:ext cx="0" cy="410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7348DDC7-2300-E621-4E01-1377FC0E3BFC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4162325" y="6335042"/>
            <a:ext cx="0" cy="410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Gerade Verbindung mit Pfeil 121">
            <a:extLst>
              <a:ext uri="{FF2B5EF4-FFF2-40B4-BE49-F238E27FC236}">
                <a16:creationId xmlns:a16="http://schemas.microsoft.com/office/drawing/2014/main" id="{0A3C44B8-C74A-7F9E-A3B5-B9127284A5DC}"/>
              </a:ext>
            </a:extLst>
          </p:cNvPr>
          <p:cNvCxnSpPr>
            <a:cxnSpLocks/>
            <a:stCxn id="16" idx="2"/>
            <a:endCxn id="17" idx="1"/>
          </p:cNvCxnSpPr>
          <p:nvPr/>
        </p:nvCxnSpPr>
        <p:spPr>
          <a:xfrm>
            <a:off x="4162325" y="7645354"/>
            <a:ext cx="0" cy="410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Verbinder: gewinkelt 139">
            <a:extLst>
              <a:ext uri="{FF2B5EF4-FFF2-40B4-BE49-F238E27FC236}">
                <a16:creationId xmlns:a16="http://schemas.microsoft.com/office/drawing/2014/main" id="{A394D6A5-6D63-AA20-867C-A789DA6D74D7}"/>
              </a:ext>
            </a:extLst>
          </p:cNvPr>
          <p:cNvCxnSpPr>
            <a:cxnSpLocks/>
            <a:stCxn id="14" idx="3"/>
            <a:endCxn id="5" idx="3"/>
          </p:cNvCxnSpPr>
          <p:nvPr/>
        </p:nvCxnSpPr>
        <p:spPr>
          <a:xfrm flipH="1" flipV="1">
            <a:off x="2431713" y="610204"/>
            <a:ext cx="2630612" cy="3964526"/>
          </a:xfrm>
          <a:prstGeom prst="bentConnector3">
            <a:avLst>
              <a:gd name="adj1" fmla="val -869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feld 196">
            <a:extLst>
              <a:ext uri="{FF2B5EF4-FFF2-40B4-BE49-F238E27FC236}">
                <a16:creationId xmlns:a16="http://schemas.microsoft.com/office/drawing/2014/main" id="{CA9B38B4-0BE8-2F84-E2BF-BA481C72D4C7}"/>
              </a:ext>
            </a:extLst>
          </p:cNvPr>
          <p:cNvSpPr txBox="1"/>
          <p:nvPr/>
        </p:nvSpPr>
        <p:spPr>
          <a:xfrm>
            <a:off x="2455635" y="8259443"/>
            <a:ext cx="2840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ja</a:t>
            </a:r>
          </a:p>
        </p:txBody>
      </p:sp>
      <p:sp>
        <p:nvSpPr>
          <p:cNvPr id="200" name="Textfeld 199">
            <a:extLst>
              <a:ext uri="{FF2B5EF4-FFF2-40B4-BE49-F238E27FC236}">
                <a16:creationId xmlns:a16="http://schemas.microsoft.com/office/drawing/2014/main" id="{6DA308E8-E2E2-C91F-27E2-5DCC77F2D619}"/>
              </a:ext>
            </a:extLst>
          </p:cNvPr>
          <p:cNvSpPr txBox="1"/>
          <p:nvPr/>
        </p:nvSpPr>
        <p:spPr>
          <a:xfrm>
            <a:off x="4907854" y="4328508"/>
            <a:ext cx="4235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nein</a:t>
            </a:r>
          </a:p>
        </p:txBody>
      </p:sp>
      <p:sp>
        <p:nvSpPr>
          <p:cNvPr id="201" name="Textfeld 200">
            <a:extLst>
              <a:ext uri="{FF2B5EF4-FFF2-40B4-BE49-F238E27FC236}">
                <a16:creationId xmlns:a16="http://schemas.microsoft.com/office/drawing/2014/main" id="{788F27C2-9A20-525B-DAC7-5FEF77C6EA46}"/>
              </a:ext>
            </a:extLst>
          </p:cNvPr>
          <p:cNvSpPr txBox="1"/>
          <p:nvPr/>
        </p:nvSpPr>
        <p:spPr>
          <a:xfrm>
            <a:off x="3865572" y="4986516"/>
            <a:ext cx="2840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ja</a:t>
            </a:r>
          </a:p>
        </p:txBody>
      </p:sp>
      <p:cxnSp>
        <p:nvCxnSpPr>
          <p:cNvPr id="203" name="Verbinder: gewinkelt 202">
            <a:extLst>
              <a:ext uri="{FF2B5EF4-FFF2-40B4-BE49-F238E27FC236}">
                <a16:creationId xmlns:a16="http://schemas.microsoft.com/office/drawing/2014/main" id="{CB0C842D-D306-020C-144C-8ED67A0B2736}"/>
              </a:ext>
            </a:extLst>
          </p:cNvPr>
          <p:cNvCxnSpPr>
            <a:cxnSpLocks/>
            <a:stCxn id="17" idx="5"/>
            <a:endCxn id="5" idx="3"/>
          </p:cNvCxnSpPr>
          <p:nvPr/>
        </p:nvCxnSpPr>
        <p:spPr>
          <a:xfrm flipH="1" flipV="1">
            <a:off x="2431713" y="610204"/>
            <a:ext cx="2450612" cy="7895460"/>
          </a:xfrm>
          <a:prstGeom prst="bentConnector3">
            <a:avLst>
              <a:gd name="adj1" fmla="val -1667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1993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80</Words>
  <Application>Microsoft Office PowerPoint</Application>
  <PresentationFormat>A4-Papier (210 x 297 mm)</PresentationFormat>
  <Paragraphs>19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Günther, Philipp</dc:creator>
  <cp:lastModifiedBy>Günther, Philipp</cp:lastModifiedBy>
  <cp:revision>1</cp:revision>
  <dcterms:created xsi:type="dcterms:W3CDTF">2026-02-20T12:25:12Z</dcterms:created>
  <dcterms:modified xsi:type="dcterms:W3CDTF">2026-02-20T15:40:41Z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2026-02-20T15:40:41Z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2c6cac8d-ab61-47b3-8209-4df2e46aefbc</vt:lpwstr>
  </property>
  <property fmtid="{D5CDD505-2E9C-101B-9397-08002B2CF9AE}" pid="7" name="MSIP_Label_defa4170-0d19-0005-0004-bc88714345d2_ActionId">
    <vt:lpwstr>fb82e47b-fa48-47db-9661-c7c3b1254d47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